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MOTA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Arsenal</c:v>
                  </c:pt>
                  <c:pt idx="1">
                    <c:v>Test-2</c:v>
                  </c:pt>
                  <c:pt idx="2">
                    <c:v>Low-Light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0.867</c:v>
                </c:pt>
                <c:pt idx="1">
                  <c:v>0.905</c:v>
                </c:pt>
                <c:pt idx="2">
                  <c:v>0.901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IDF1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Arsenal</c:v>
                  </c:pt>
                  <c:pt idx="1">
                    <c:v>Test-2</c:v>
                  </c:pt>
                  <c:pt idx="2">
                    <c:v>Low-Light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0.77</c:v>
                </c:pt>
                <c:pt idx="1">
                  <c:v>0.458</c:v>
                </c:pt>
                <c:pt idx="2">
                  <c:v>0.409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Detection F1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Arsenal</c:v>
                  </c:pt>
                  <c:pt idx="1">
                    <c:v>Test-2</c:v>
                  </c:pt>
                  <c:pt idx="2">
                    <c:v>Low-Light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0.946</c:v>
                </c:pt>
                <c:pt idx="1">
                  <c:v>0.948</c:v>
                </c:pt>
                <c:pt idx="2">
                  <c:v>0.952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mAP@50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Arsenal</c:v>
                  </c:pt>
                  <c:pt idx="1">
                    <c:v>Test-2</c:v>
                  </c:pt>
                  <c:pt idx="2">
                    <c:v>Low-Light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0.734</c:v>
                </c:pt>
                <c:pt idx="1">
                  <c:v>0.583</c:v>
                </c:pt>
                <c:pt idx="2">
                  <c:v>0.626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Pass</c:v>
                  </c:pt>
                  <c:pt idx="1">
                    <c:v>Shot</c:v>
                  </c:pt>
                  <c:pt idx="2">
                    <c:v>Sprint</c:v>
                  </c:pt>
                  <c:pt idx="3">
                    <c:v>Dribble</c:v>
                  </c:pt>
                  <c:pt idx="4">
                    <c:v>Tackle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Pass</c:v>
                  </c:pt>
                  <c:pt idx="1">
                    <c:v>Shot</c:v>
                  </c:pt>
                  <c:pt idx="2">
                    <c:v>Sprint</c:v>
                  </c:pt>
                  <c:pt idx="3">
                    <c:v>Dribble</c:v>
                  </c:pt>
                  <c:pt idx="4">
                    <c:v>Tackle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</c:v>
                </c:pt>
                <c:pt idx="1">
                  <c:v>0.75</c:v>
                </c:pt>
                <c:pt idx="2">
                  <c:v>0.83</c:v>
                </c:pt>
                <c:pt idx="3">
                  <c:v>0.8</c:v>
                </c:pt>
                <c:pt idx="4">
                  <c:v>0.83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Pass</c:v>
                  </c:pt>
                  <c:pt idx="1">
                    <c:v>Shot</c:v>
                  </c:pt>
                  <c:pt idx="2">
                    <c:v>Sprint</c:v>
                  </c:pt>
                  <c:pt idx="3">
                    <c:v>Dribble</c:v>
                  </c:pt>
                  <c:pt idx="4">
                    <c:v>Tackle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0.889</c:v>
                </c:pt>
                <c:pt idx="1">
                  <c:v>0.857</c:v>
                </c:pt>
                <c:pt idx="2">
                  <c:v>0.909</c:v>
                </c:pt>
                <c:pt idx="3">
                  <c:v>0.889</c:v>
                </c:pt>
                <c:pt idx="4">
                  <c:v>0.909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Report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331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TactiVision Pro — DS07  |  Seif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accuracy quantified against human-annotated ground truth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3657600"/>
            <a:ext cx="20116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40050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0.896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578608" y="3657600"/>
            <a:ext cx="20116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78608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78608" y="40050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0.501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791456" y="3657600"/>
            <a:ext cx="20116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91456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F1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91456" y="40050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0.949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004304" y="3657600"/>
            <a:ext cx="201168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04304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04304" y="40050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0.630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93192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 (last review)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accuracy — not measured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 truth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43230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flickering — qualitative only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87121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"Only Mohanad worked" (no metrics)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310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event detection scoring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42519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00584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Now (this review)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MOTA = 0.896  (target ≥ 0.70) 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9933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GT frames across 3 clips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43230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IDF1 = 0.501  (target ≥ 0.50) 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8712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automated tests — all green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3101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P/R/F1 per class computed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Metrics Mean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126187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332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35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1 − (FP + FN + IDSW) / GT_total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0992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headline score. Combines missed detections, false alarms, and identity flips into one number.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03327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0.55  |  Stretch 0.70  |  Ours 0.896 ✅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350008"/>
            <a:ext cx="8503920" cy="1261872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423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8254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2·IDTP / (2·IDTP + IDFP + IDFN)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09981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consistently the same player keeps the same ID across time. Punishes the flickering the doctor saw.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4231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0.50  |  Stretch 0.65  |  Ours 0.501 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739896"/>
            <a:ext cx="8503920" cy="1261872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8130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ID-switches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42153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Count of GT track → different pred ID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48970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flicker the doctor observed — now a number, not a feeling.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813048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≥ 60% vs baseline  |  Ours: 271 total across 3 clips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3 Clips, 450 Frames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14400"/>
          <a:ext cx="8503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Ground Truth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6908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115568"/>
            <a:ext cx="420624" cy="42062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155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115568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3 clips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cam · Wide tactical cam · High-motion/low-light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6908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1115568"/>
            <a:ext cx="420624" cy="42062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1155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1115568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annotation_helper.py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2763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pre-fills bboxes · Keyboard corrects class labels · Autosave every 10 frames · Resume on interrupt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06908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" y="3035808"/>
            <a:ext cx="420624" cy="42062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035808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annotators agree on frame 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54787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player ID conventions before independent annotation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06908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73168" y="3035808"/>
            <a:ext cx="420624" cy="42062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3035808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450 annotated frames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54787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+ 180 + 180 frames  ·  ~9,700 object labels  ·  6-class vocabulary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Detection Accuracy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window: ±2 seconds  |  All events: Precision = 1.00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188720"/>
          <a:ext cx="8503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Reproducible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can re-run this command himself in under 10 seconds: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850392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7160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services.accuracy_evaluator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--gt  tests/ground_truth/arsenalvsfulham_clip.json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--pred demo/demo_outputs/arsenalvsfulham/per_frame_tracks.json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651760"/>
            <a:ext cx="850392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724912"/>
            <a:ext cx="8229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video=arsenalvsfulham.mp4  frames_scored=90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MOTA=0.867  MOTP=0.748  FP=18  FN=95  IDSW=46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IDF1=0.770  ID-switches=46 (64.79/100 frames)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  P=0.945  R=0.946  F1=0.946  mAP=0.734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4069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available in the Accuracy Report dashboard tab with one click →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0642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0332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MOTA = 0.896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43560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stretch target of 0.70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47672"/>
            <a:ext cx="8503920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9397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02082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IDF1 = 0.501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42316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minimum target of 0.50 — room to grow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935224"/>
            <a:ext cx="8503920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08152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300837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F1 = 0.949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41071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above stretch target of 0.75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922776"/>
            <a:ext cx="8503920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4069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99592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 = 0.630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439826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target of 0.65 — ball class pulls it down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Pose-based Re-ID for long occlusions → IDF1 target 0.65 (Phase 2)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TactiVision Pro — Accuracy Walkthrough</dc:title>
  <dc:subject>PptxGenJS Presentation</dc:subject>
  <dc:creator>Seif</dc:creator>
  <cp:lastModifiedBy>Seif</cp:lastModifiedBy>
  <cp:revision>1</cp:revision>
  <dcterms:created xsi:type="dcterms:W3CDTF">2026-05-22T11:01:24Z</dcterms:created>
  <dcterms:modified xsi:type="dcterms:W3CDTF">2026-05-22T11:01:24Z</dcterms:modified>
</cp:coreProperties>
</file>